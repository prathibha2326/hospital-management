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6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A5AA98-87D8-A018-85F6-EEE22392E7F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4E76E-F7BD-20E7-90B6-6AEEC6EEB32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AC8E8-2FB5-A848-3588-D91A1C2163E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205AB-2519-85AC-4F72-B290C6063DA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EDF52304-CBEB-4EC4-9E1C-A60C31D8E828}" type="slidenum">
              <a:t>‹#›</a:t>
            </a:fld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5830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4AA0E-C708-A02E-BE9F-61D241B4A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265BE-8803-ADAA-187C-8EE4A19C0B6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88A2FE0-E81A-27E3-4FC0-EC272FC97F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F11F6-9FF3-98DE-B60B-3CC9457B6D1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E3608-FD39-54CA-BC73-947E03D1E89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D19CE-50F0-1602-1F2E-25571224D1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5D51891D-9AAE-433F-996F-9125D02DD2B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206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IN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C267D-1466-5337-326C-DB7ADB8997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D2BEB8-BA5C-4A9F-958A-A35BFF9EABBE}" type="slidenum">
              <a:t>1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CABDE-CE1A-A121-CAB8-6E06D5881A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A3561-9755-CC2E-C5B9-8829C8E6C4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50D4D-D5FD-E94E-B918-86708A8B1A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4983FB6-6A25-4362-AF0D-56C0CEB8A5A4}" type="slidenum">
              <a:t>2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CF099-7C08-0FE9-F6A8-FC251071259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55EC4-CBC8-098B-946B-A9714760AD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5E8B-5F43-1156-BD03-99BF5C9CCBD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672591B-7C3F-4A29-BC0F-1C8B88A90F7D}" type="slidenum">
              <a:t>3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8DEFF-5837-81C3-CD74-2EFBBC189C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9313D-6865-908D-2F8A-7D96CB7093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3F072-8495-9487-CE97-2F6C0CE833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D31C6B0-D83C-45CA-A32C-2F039E9B6168}" type="slidenum">
              <a:t>4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24BE6-B72A-E9F4-32AD-82E17C95AD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ADA5D-A52C-B785-A7AE-8963D4C4AF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F295F-0DCF-D6FA-64C0-B5E6B34133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D49EEBA-D090-4BF9-BC19-5FD59A9CC583}" type="slidenum">
              <a:t>5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E27FB-843E-305E-FA64-4ACF6E50E2A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B709A-5D8B-BDDF-D7CC-F024E8910A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35676-9448-9B46-697E-E430E1F408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9B11FC-CDB2-4343-84E2-AC1F022544CB}" type="slidenum">
              <a:t>6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B7FC2-EC63-251E-C8E7-42D78C6DEB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222F-63C5-BDB2-BF50-ED604C345F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8D4EE-A8EE-9F0A-8A12-2A4E7841BB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D01601E-507F-4D9D-8578-CD35CED13A12}" type="slidenum">
              <a:t>7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95C43-A1DB-D894-32B7-91DAD80961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4D14D-29A6-0B7A-A20D-16E02EC443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69378-54F9-4E48-EFBB-D40709705F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53B6EC1-214C-47CB-8814-AE6B5A8C2656}" type="slidenum">
              <a:t>8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71527-EC69-6C69-2577-34902A8220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C5F32-8DC4-6B20-B6FB-A8E40552BB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401FE-8511-7722-AFD3-5F981880B2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CB2070-9053-4403-8484-471AFDAEB8A5}" type="slidenum">
              <a:t>9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2B3C7-48BD-097F-4997-263851D1D7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E1A10-1BC4-5730-0308-DAB934F8EE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969B2-C9F0-F67C-779B-7172C0FEAF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BC5360B-9871-4CBC-9740-872C06DB7C08}" type="slidenum">
              <a:t>10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5CC8B-E6CC-4C66-8A99-AB103E1F4B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2DC94-ABA0-4D6B-C3C0-6A5A116951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87A22-5CD6-2F34-D6FF-D518F9A9D9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B52724D-22B4-4C26-A870-63613F22F28B}" type="slidenum">
              <a:t>11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74FD8-B19B-80C5-0796-29B08DCD01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2CE8A-C71D-C40A-749E-E1131B8106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18BCF-F935-D160-1872-D7727C6166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82E2EB-B243-4D59-A58C-C9B470FA7DF7}" type="slidenum">
              <a:t>12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9955D-A332-209F-FE2D-ECC1D5B3D3B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49DFD-BB9F-46D8-A2C1-39A5B57562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ACBA-FFF4-03DE-2692-779AA572E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57A1A-42C0-CDE2-AD2E-BB2B0F36E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1C3B-464B-2B6A-9E9D-A4CE40A0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C06C8-98E1-1C59-116D-EAC357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A9FE8-D899-AF43-8949-C263C8B1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11EC64-E6E5-46A1-82BE-9EE2BEB8708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7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FEE9-D3E0-706A-C7B6-F44B4C9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7E0C8-E154-A337-2A57-E0447FE13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F00CA-F861-900D-588B-B464A85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FEE7E-C821-74E6-F30B-10E0EAE6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1282E-26A6-34E9-649D-005A96D4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BCBE0E-FE13-4D13-8B14-D76DF598AA1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47BF-0DA6-E2FD-591C-0D6F9EBE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F4EE4-5C16-7078-7DDB-5A49B030E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7DF5E-EDEA-672F-6187-BCDFDA74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2249-5BB9-F1B1-D5E2-22014B30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50BA-FC31-5D7C-9825-7BB6BD06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5479CA-0FDD-4433-B0D7-0627FD6880DF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22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E674-E1F2-CB13-74AE-05E2E2E8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5F65C-9E59-0F76-6655-AC29625B4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5563"/>
            <a:ext cx="4459287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A1561-518E-6608-1919-70BDDF7B5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5563"/>
            <a:ext cx="4459288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F738E-09B1-17FE-6E74-3C6D4FB6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9E2B5-0987-D933-BD7A-02F7626E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BAF0B-49C4-3C73-4E5C-04049143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789349D-007B-4F7D-AE06-53C2EBA114C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1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B4F9-8434-4BA3-8715-88B2D8EE8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98FCD-9B86-6B7B-63E2-192CBCD3E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92928-0BF7-10E4-73E3-BE7197933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A38F5-53E7-DA61-B708-12E51FFDB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AE4E5-3D25-46B0-7745-B3FB499A5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B2829-CFC4-9277-E561-66276A9D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3F626-E3D4-B20F-87C7-D5D83BC9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1350A-0EEA-BD91-7ED7-601C012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C90CB5-1BD0-4867-9AB2-E4B652531324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1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3598-E6C9-2318-EDA8-F12CA182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917B37-D34A-56CE-3615-BD8BF99B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05A08-8892-1DE0-B019-CDCD7F28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4DC0A-8128-6FC6-FD58-467F822D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355C66-7DB2-430A-BD9F-552275E0655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00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EABEE-FB31-771A-E974-848A3439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4F037-CB5D-E654-BCA7-61F84D1E3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B44D4-5E67-DA3C-F120-2C2F3B5A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E63028-22EB-4F14-BFEE-058D036ADC6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871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48B5-CDD0-7054-5CB4-AE364E13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C40E-599E-174A-91BB-522E6F48A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13E9F-BAB3-BE8D-6B69-F9F484244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5D58C-5F42-755E-B76C-6E849C0B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6A5EE-0438-1816-35C9-45102E57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4A400-A2D5-DFD7-1209-38491D94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5EE1E3-C6D9-4B98-A907-4CF6DA1E0D9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2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6C5C-F28F-09D3-5FE0-A1352DCD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40B535-5044-6E85-7742-9FE590C5C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D1F41-0EEE-1724-901C-DFE66F915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FF6A3-AE4B-A65D-B549-1DD6157F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D1FC1-A133-B030-6167-F0F4283A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DC60F-68CE-5EBF-92A9-CC9B8B03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80E5ECC-3106-4BD6-9696-0AAB3BF948CD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9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49EB-1795-EB5C-08AD-A1C66B5E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55195-78D1-53B5-D798-E011C6DA0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B2841-8C5D-2CC5-D73D-31B818B5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1F8AE-DB90-FF17-01AC-D99BEDFA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422C6-66A7-9119-1AD8-A464BC0D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FC0B797-17BF-4887-ACA5-F146A0039B2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5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9FA3A-53D9-47CB-8CAB-7819B6A26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7263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8D1DE-1553-BF81-0C36-14F08E238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1625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6AE7E-30F7-6363-CFCA-823BDA07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92811-57DF-762E-76B7-EE5C8490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BC254-E99B-C0B5-9A06-548F9133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AF41A1-F97A-47D9-83E3-3514810008FF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1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C206A-48F6-3DC9-1CF2-D6173A570A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7128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BBCCF-65BD-313F-DA3C-F527971BE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240"/>
            <a:ext cx="907128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8D73-F85C-9EB4-94E6-A7CDFDE9E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B7897-1ADF-9693-E3D7-E80AE4BC8F8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00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F0364-8300-2E72-7B60-B68F4EF5B0B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664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5B2D239D-06E6-42E8-B266-3765BF6DE1CE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IN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  <a:cs typeface="Arial" pitchFamily="2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IN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  <a:cs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A54A-5964-1E1D-451D-F4A17F594D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3080" y="-2223360"/>
            <a:ext cx="9071280" cy="6657479"/>
          </a:xfrm>
        </p:spPr>
        <p:txBody>
          <a:bodyPr vert="horz"/>
          <a:lstStyle/>
          <a:p>
            <a:pPr lvl="0" rtl="0"/>
            <a:r>
              <a:rPr lang="en-IN"/>
              <a:t>SRI VENKATESWARA COLLEGE OF ENGINEERING AND TECHNOLOGY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51909BFD-7B8C-81A0-43C5-83BF7F2B77D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281480" y="2045160"/>
            <a:ext cx="1778040" cy="3439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007A-AC4B-E494-EE71-1CD8E0F316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1640" y="-2180520"/>
            <a:ext cx="9071280" cy="11340000"/>
          </a:xfrm>
        </p:spPr>
        <p:txBody>
          <a:bodyPr vert="horz">
            <a:spAutoFit/>
          </a:bodyPr>
          <a:lstStyle/>
          <a:p>
            <a:pPr lvl="0" rtl="0"/>
            <a:r>
              <a:rPr lang="en-IN">
                <a:solidFill>
                  <a:srgbClr val="2A6099"/>
                </a:solidFill>
              </a:rPr>
              <a:t>HOSPITAL</a:t>
            </a:r>
            <a:r>
              <a:rPr lang="en-IN"/>
              <a:t> </a:t>
            </a:r>
            <a:r>
              <a:rPr lang="en-IN">
                <a:solidFill>
                  <a:srgbClr val="2A6099"/>
                </a:solidFill>
              </a:rPr>
              <a:t>MANAGEMENT</a:t>
            </a:r>
            <a:r>
              <a:rPr lang="en-IN"/>
              <a:t> </a:t>
            </a:r>
            <a:r>
              <a:rPr lang="en-IN">
                <a:solidFill>
                  <a:srgbClr val="2A6099"/>
                </a:solidFill>
              </a:rPr>
              <a:t>SYSTEM</a:t>
            </a:r>
            <a:br>
              <a:rPr lang="en-IN"/>
            </a:br>
            <a:r>
              <a:rPr lang="en-IN"/>
              <a:t>EMBEDDED SYSTEMS </a:t>
            </a:r>
            <a:br>
              <a:rPr lang="en-IN"/>
            </a:br>
            <a:r>
              <a:rPr lang="en-IN"/>
              <a:t>            </a:t>
            </a:r>
            <a:r>
              <a:rPr lang="en-IN" sz="2400"/>
              <a:t>ROLL NUMBERS OF THE PROJECT MEMBERS:                                                       </a:t>
            </a:r>
            <a:r>
              <a:rPr lang="en-IN" sz="1500"/>
              <a:t>     </a:t>
            </a:r>
            <a:r>
              <a:rPr lang="en-IN" sz="2400"/>
              <a:t>                                       </a:t>
            </a:r>
            <a:br>
              <a:rPr lang="en-IN" sz="2400"/>
            </a:br>
            <a:r>
              <a:rPr lang="en-IN" sz="1800"/>
              <a:t>1.23781A0494</a:t>
            </a:r>
            <a:br>
              <a:rPr lang="en-IN" sz="1800"/>
            </a:br>
            <a:r>
              <a:rPr lang="en-IN" sz="1800"/>
              <a:t>2.23782A0497</a:t>
            </a:r>
            <a:br>
              <a:rPr lang="en-IN" sz="1800"/>
            </a:br>
            <a:r>
              <a:rPr lang="en-IN" sz="1800"/>
              <a:t>3.23781A04A6</a:t>
            </a:r>
            <a:br>
              <a:rPr lang="en-IN" sz="1800"/>
            </a:br>
            <a:r>
              <a:rPr lang="en-IN" sz="1800"/>
              <a:t>4.23781A04A7</a:t>
            </a:r>
            <a:br>
              <a:rPr lang="en-IN" sz="1800"/>
            </a:br>
            <a:r>
              <a:rPr lang="en-IN" sz="1800"/>
              <a:t>5.23781A04B9</a:t>
            </a:r>
            <a:br>
              <a:rPr lang="en-IN" sz="1800"/>
            </a:br>
            <a:r>
              <a:rPr lang="en-IN" sz="1800"/>
              <a:t>6.23781A04C0</a:t>
            </a:r>
            <a:br>
              <a:rPr lang="en-IN" sz="1800"/>
            </a:br>
            <a:r>
              <a:rPr lang="en-IN" sz="1800"/>
              <a:t>7.23781A04C2</a:t>
            </a:r>
            <a:br>
              <a:rPr lang="en-IN" sz="1800"/>
            </a:br>
            <a:r>
              <a:rPr lang="en-IN" sz="1800"/>
              <a:t>8.23781A04C4</a:t>
            </a:r>
            <a:br>
              <a:rPr lang="en-IN" sz="1800"/>
            </a:br>
            <a:r>
              <a:rPr lang="en-IN" sz="2400"/>
              <a:t>                                                        </a:t>
            </a:r>
            <a:br>
              <a:rPr lang="en-IN" sz="2400"/>
            </a:br>
            <a:br>
              <a:rPr lang="en-IN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065B1-A4F4-45F0-69A2-3C33EE0F7A0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84879" y="3012120"/>
            <a:ext cx="9071280" cy="3288239"/>
          </a:xfrm>
        </p:spPr>
        <p:txBody>
          <a:bodyPr vert="horz" anchor="just" anchorCtr="1">
            <a:spAutoFit/>
          </a:bodyPr>
          <a:lstStyle/>
          <a:p>
            <a:pPr lvl="0" algn="ctr" rtl="0"/>
            <a:endParaRPr lang="en-IN"/>
          </a:p>
          <a:p>
            <a:pPr lvl="0" algn="ctr" rtl="0"/>
            <a:endParaRPr lang="en-IN" sz="1500"/>
          </a:p>
          <a:p>
            <a:pPr lvl="0" algn="ctr" rtl="0"/>
            <a:endParaRPr lang="en-IN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F372-DE33-F6FC-8CEA-CB56A2D809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8B354-EEE6-06D7-DFA0-0F4E3484BF5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>
            <a:spAutoFit/>
          </a:bodyPr>
          <a:lstStyle/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A Hospital Management system(HMS) is software designed to manage hospital operations digitally                            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It stores patient information securely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It helps manage Doctors,appointments,billing,and medical records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     It reduces paperwork and improves efficiency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The main goal is to provide better and quality healthcare services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 It keeps track of medicines and medical equipment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 sz="2100"/>
              <a:t>Hospital management helps in smooth functioning of a hospital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2141-6532-02EF-0F00-9E6745F394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632880"/>
            <a:ext cx="9071280" cy="1250280"/>
          </a:xfrm>
        </p:spPr>
        <p:txBody>
          <a:bodyPr vert="horz">
            <a:spAutoFit/>
          </a:bodyPr>
          <a:lstStyle/>
          <a:p>
            <a:pPr lvl="0" rtl="0"/>
            <a:r>
              <a:rPr lang="en-IN">
                <a:solidFill>
                  <a:srgbClr val="2A6099"/>
                </a:solidFill>
              </a:rPr>
              <a:t>PROBLEM</a:t>
            </a:r>
            <a:r>
              <a:rPr lang="en-IN"/>
              <a:t> </a:t>
            </a:r>
            <a:r>
              <a:rPr lang="en-IN">
                <a:solidFill>
                  <a:srgbClr val="2A6099"/>
                </a:solidFill>
              </a:rPr>
              <a:t>STATEMENT</a:t>
            </a:r>
            <a:br>
              <a:rPr lang="en-IN">
                <a:solidFill>
                  <a:srgbClr val="2A6099"/>
                </a:solidFill>
              </a:rPr>
            </a:br>
            <a:endParaRPr lang="en-IN">
              <a:solidFill>
                <a:srgbClr val="2A609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E6FD7-654B-1B9A-BC97-7C714694354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>
            <a:spAutoFit/>
          </a:bodyPr>
          <a:lstStyle/>
          <a:p>
            <a:pPr lvl="0" algn="ctr" rtl="0">
              <a:buSzPct val="45000"/>
              <a:buFont typeface="OpenSymbol"/>
              <a:buChar char="●"/>
            </a:pPr>
            <a:r>
              <a:rPr lang="en-IN"/>
              <a:t>Manual record keeping takes time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/>
              <a:t>Paper records can be lost or damaged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/>
              <a:t>Billing errors may occur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/>
              <a:t>Searching patient information is difficult</a:t>
            </a:r>
          </a:p>
          <a:p>
            <a:pPr lvl="0" algn="ctr" rtl="0">
              <a:buSzPct val="45000"/>
              <a:buFont typeface="OpenSymbol"/>
              <a:buChar char="●"/>
            </a:pPr>
            <a:r>
              <a:rPr lang="en-IN"/>
              <a:t>Communication between deparments can be slow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BF7E-0C2D-3339-2677-A56D294EE66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IN">
                <a:solidFill>
                  <a:srgbClr val="2A6099"/>
                </a:solidFill>
              </a:rPr>
              <a:t>OBJECTIVES &amp;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24C25-C9B9-1E77-EBE2-CC98ED4B81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640" y="1326240"/>
            <a:ext cx="4426560" cy="3288239"/>
          </a:xfrm>
        </p:spPr>
        <p:txBody>
          <a:bodyPr vert="horz"/>
          <a:lstStyle/>
          <a:p>
            <a:pPr lvl="0" rtl="0">
              <a:buSzPct val="45000"/>
              <a:buFont typeface="OpenSymbol"/>
              <a:buChar char="●"/>
            </a:pPr>
            <a:r>
              <a:rPr lang="en-IN" sz="2400"/>
              <a:t>OBJECTIVES OF THE PROJECT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Maintain patient information efficiently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Manage doctor and staff details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Store appointment records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Generate bills automatically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Improves hospital workflow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Reduce manual errors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FA9ED-6C54-3805-1259-F8B2222EF5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1960" y="1326240"/>
            <a:ext cx="4426560" cy="3288239"/>
          </a:xfrm>
        </p:spPr>
        <p:txBody>
          <a:bodyPr vert="horz"/>
          <a:lstStyle/>
          <a:p>
            <a:pPr lvl="0" rtl="0">
              <a:buSzPct val="45000"/>
              <a:buFont typeface="OpenSymbol"/>
              <a:buChar char="●"/>
            </a:pPr>
            <a:r>
              <a:rPr lang="en-IN" sz="2400"/>
              <a:t>KEY FEATURES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Patient registration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Doctor management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Appintment booking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Billing system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Medical record storage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Search and update records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600"/>
              <a:t>User friendly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3530-AAE8-EACD-F4CB-DB159ECD87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C943-3BED-C09E-AC7C-2D2BBEC628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6560" y="1478519"/>
            <a:ext cx="9071280" cy="2661480"/>
          </a:xfrm>
        </p:spPr>
        <p:txBody>
          <a:bodyPr vert="horz"/>
          <a:lstStyle/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Simple and easy to use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Reduces manual record keeping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Fast patient searching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Easy updating and deletion of records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Patient data can be stored in a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928F3E57-C45F-DEAB-F7D2-FE5E435BBE8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165839" y="102600"/>
            <a:ext cx="4135680" cy="56696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F3B3AA9-B9CA-7DC9-CA0A-E36D84D903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640" y="64440"/>
            <a:ext cx="9071280" cy="946440"/>
          </a:xfrm>
        </p:spPr>
        <p:txBody>
          <a:bodyPr vert="horz"/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CODE</a:t>
            </a:r>
            <a:r>
              <a:rPr lang="en-IN" sz="3200"/>
              <a:t> </a:t>
            </a:r>
            <a:r>
              <a:rPr lang="en-IN" sz="3200">
                <a:solidFill>
                  <a:srgbClr val="2A6099"/>
                </a:solidFill>
              </a:rPr>
              <a:t>DEMONSTRATION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CE9D-2B88-DDF4-29A1-3AF8DCEE16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TECHNOLOGY</a:t>
            </a:r>
            <a:r>
              <a:rPr lang="en-IN" sz="2400">
                <a:solidFill>
                  <a:srgbClr val="2A6099"/>
                </a:solidFill>
              </a:rPr>
              <a:t> </a:t>
            </a:r>
            <a:r>
              <a:rPr lang="en-IN" sz="3200">
                <a:solidFill>
                  <a:srgbClr val="2A6099"/>
                </a:solidFill>
              </a:rPr>
              <a:t>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56D5E-7CB8-9968-DB0B-3742C306D5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640" y="1332360"/>
            <a:ext cx="4426560" cy="3288239"/>
          </a:xfrm>
        </p:spPr>
        <p:txBody>
          <a:bodyPr vert="horz"/>
          <a:lstStyle/>
          <a:p>
            <a:pPr lvl="0" rtl="0">
              <a:buSzPct val="45000"/>
              <a:buFont typeface="OpenSymbol"/>
              <a:buChar char="●"/>
            </a:pPr>
            <a:r>
              <a:rPr lang="en-IN" sz="2400"/>
              <a:t>C PROGRAMMING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Structures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Functions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File  Handling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fopen(),fclose()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fprint(),fscan()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Conditional statements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Loops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Switch-case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1800"/>
              <a:t>Temporary file for uploading/deleting records</a:t>
            </a:r>
          </a:p>
          <a:p>
            <a:pPr lvl="0" rtl="0">
              <a:buSzPct val="45000"/>
              <a:buFont typeface="OpenSymbol"/>
              <a:buChar char="●"/>
            </a:pPr>
            <a:endParaRPr lang="en-IN" sz="1800"/>
          </a:p>
          <a:p>
            <a:pPr lvl="0" rtl="0">
              <a:buSzPct val="45000"/>
              <a:buFont typeface="OpenSymbol"/>
              <a:buChar char="●"/>
            </a:pPr>
            <a:endParaRPr lang="en-IN" sz="2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21296-8747-D11A-FD91-686843CE02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1960" y="1326240"/>
            <a:ext cx="4426560" cy="3288239"/>
          </a:xfrm>
        </p:spPr>
        <p:txBody>
          <a:bodyPr vert="horz"/>
          <a:lstStyle/>
          <a:p>
            <a:pPr lvl="0" rtl="0"/>
            <a:r>
              <a:rPr lang="en-IN" sz="2000"/>
              <a:t>The program stores patient records in patients.txt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EDEFF80-1E5F-77C6-4EF2-4E652753D1E5}"/>
              </a:ext>
            </a:extLst>
          </p:cNvPr>
          <p:cNvSpPr/>
          <p:nvPr/>
        </p:nvSpPr>
        <p:spPr>
          <a:xfrm>
            <a:off x="5099040" y="3644639"/>
            <a:ext cx="22860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*/ f7 f0 1"/>
              <a:gd name="f11" fmla="*/ 10800 f8 1"/>
              <a:gd name="f12" fmla="*/ 0 f9 1"/>
              <a:gd name="f13" fmla="*/ f10 1 f2"/>
              <a:gd name="f14" fmla="*/ 0 f8 1"/>
              <a:gd name="f15" fmla="*/ 10800 f9 1"/>
              <a:gd name="f16" fmla="*/ 21600 f9 1"/>
              <a:gd name="f17" fmla="*/ 21600 f8 1"/>
              <a:gd name="f18" fmla="+- f13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11" y="f12"/>
              </a:cxn>
              <a:cxn ang="f18">
                <a:pos x="f14" y="f15"/>
              </a:cxn>
              <a:cxn ang="f18">
                <a:pos x="f11" y="f16"/>
              </a:cxn>
              <a:cxn ang="f18">
                <a:pos x="f17" y="f15"/>
              </a:cxn>
            </a:cxnLst>
            <a:rect l="l" t="t" r="r" b="b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D393991-1DF7-B5DB-6574-A29BE77B772B}"/>
              </a:ext>
            </a:extLst>
          </p:cNvPr>
          <p:cNvSpPr/>
          <p:nvPr/>
        </p:nvSpPr>
        <p:spPr>
          <a:xfrm>
            <a:off x="4251240" y="1129680"/>
            <a:ext cx="539640" cy="0"/>
          </a:xfrm>
          <a:prstGeom prst="line">
            <a:avLst/>
          </a:prstGeom>
          <a:noFill/>
          <a:ln w="2540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EB4EDC-8EA1-F83F-A78C-29FFA35B28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FLOW CHART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B97D06A-914F-8190-CFD2-302276ECBB1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 rtl="0"/>
            <a:r>
              <a:rPr lang="en-IN" sz="2400"/>
              <a:t>START ----&gt; MENU ----&gt; SELECTION OPERATION ----&gt; PERFORM OPERATION ----&gt; RETURN TO MENU  ----&gt;  EXIT</a:t>
            </a:r>
          </a:p>
          <a:p>
            <a:pPr lvl="0" algn="ctr" rtl="0"/>
            <a:endParaRPr lang="en-IN" sz="2400"/>
          </a:p>
          <a:p>
            <a:pPr lvl="0" algn="ctr" rtl="0"/>
            <a:endParaRPr lang="en-IN" sz="2400"/>
          </a:p>
          <a:p>
            <a:pPr lvl="0" algn="ctr" rtl="0"/>
            <a:endParaRPr lang="en-IN" sz="1600"/>
          </a:p>
          <a:p>
            <a:pPr lvl="0" algn="ctr" rtl="0"/>
            <a:r>
              <a:rPr lang="en-IN" sz="2400"/>
              <a:t> </a:t>
            </a:r>
            <a:r>
              <a:rPr lang="en-IN" sz="1600"/>
              <a:t>We provided output demeonstrates patient records such as ID,name,age,disese,and assigned doctor</a:t>
            </a:r>
          </a:p>
          <a:p>
            <a:pPr lvl="0" algn="ctr" rtl="0"/>
            <a:r>
              <a:rPr lang="en-IN" sz="2400"/>
              <a:t>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2618-773F-C891-ED03-A0C0914EE4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FUTURE</a:t>
            </a:r>
            <a:r>
              <a:rPr lang="en-IN"/>
              <a:t> </a:t>
            </a:r>
            <a:r>
              <a:rPr lang="en-IN" sz="3600">
                <a:solidFill>
                  <a:srgbClr val="2A6099"/>
                </a:solidFill>
              </a:rPr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090B7-757D-A8BE-1924-697F52295F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Online appointment booking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Cloud database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Mobile application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AI-based disease prediction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Online payment integration</a:t>
            </a:r>
          </a:p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SMS/Email notifications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58C8-CBC0-C278-7504-F6F0C49BAF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IN" sz="3200">
                <a:solidFill>
                  <a:srgbClr val="2A6099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28072-9747-2409-6006-30506E6880B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buSzPct val="45000"/>
              <a:buFont typeface="OpenSymbol"/>
              <a:buChar char="●"/>
            </a:pPr>
            <a:r>
              <a:rPr lang="en-IN" sz="2100"/>
              <a:t>The Hospital Management System simplifies hospital operations by managing patient information ,appointments,billing,and records in one platform.It improves efficiency,minimizes errors,reduces paperwork,and provides faster,more reliable healthcare management</a:t>
            </a:r>
          </a:p>
          <a:p>
            <a:pPr lvl="0" rtl="0">
              <a:buSzPct val="45000"/>
              <a:buFont typeface="OpenSymbol"/>
              <a:buChar char="●"/>
            </a:pPr>
            <a:endParaRPr lang="en-IN"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189B9C9-CC1F-E8FC-ED08-C54BE4509CE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640" y="226080"/>
            <a:ext cx="9071280" cy="4388400"/>
          </a:xfrm>
        </p:spPr>
        <p:txBody>
          <a:bodyPr vert="horz" anchor="ctr"/>
          <a:lstStyle/>
          <a:p>
            <a:pPr lvl="0" algn="ctr" rtl="0"/>
            <a:r>
              <a:rPr lang="en-IN" sz="8000">
                <a:solidFill>
                  <a:srgbClr val="800080"/>
                </a:solidFill>
              </a:rPr>
              <a:t>THANK</a:t>
            </a:r>
            <a:r>
              <a:rPr lang="en-IN" sz="8000"/>
              <a:t> </a:t>
            </a:r>
            <a:r>
              <a:rPr lang="en-IN" sz="8000">
                <a:solidFill>
                  <a:srgbClr val="800080"/>
                </a:solidFill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366</Words>
  <Application>Microsoft Office PowerPoint</Application>
  <PresentationFormat>Widescreen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Liberation Sans</vt:lpstr>
      <vt:lpstr>Liberation Serif</vt:lpstr>
      <vt:lpstr>OpenSymbol</vt:lpstr>
      <vt:lpstr>Default</vt:lpstr>
      <vt:lpstr>SRI VENKATESWARA COLLEGE OF ENGINEERING AND TECHNOLOGY</vt:lpstr>
      <vt:lpstr>HOSPITAL MANAGEMENT SYSTEM EMBEDDED SYSTEMS              ROLL NUMBERS OF THE PROJECT MEMBERS:                                                                                                    1.23781A0494 2.23782A0497 3.23781A04A6 4.23781A04A7 5.23781A04B9 6.23781A04C0 7.23781A04C2 8.23781A04C4                                                           </vt:lpstr>
      <vt:lpstr>INTRODUCTION</vt:lpstr>
      <vt:lpstr>PROBLEM STATEMENT </vt:lpstr>
      <vt:lpstr>OBJECTIVES &amp; FEATURES</vt:lpstr>
      <vt:lpstr>ADVANTAGES</vt:lpstr>
      <vt:lpstr>CODE DEMONSTRATION</vt:lpstr>
      <vt:lpstr>TECHNOLOGY USED</vt:lpstr>
      <vt:lpstr>FLOW CHART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Mythri</dc:creator>
  <cp:lastModifiedBy>mailarapu lavanya</cp:lastModifiedBy>
  <cp:revision>11</cp:revision>
  <dcterms:created xsi:type="dcterms:W3CDTF">2026-08-14T11:33:20Z</dcterms:created>
  <dcterms:modified xsi:type="dcterms:W3CDTF">2026-08-15T08:19:32Z</dcterms:modified>
</cp:coreProperties>
</file>